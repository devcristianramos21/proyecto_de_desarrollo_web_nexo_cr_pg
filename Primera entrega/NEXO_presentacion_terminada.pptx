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trello.com/invite/b/6a9dc26989dc1db011704ad3/ATTI2dc763f747da95dbb311355c067fdad8AB3D9CC5/kanban" TargetMode="Externa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11480"/>
            <a:ext cx="2103120" cy="16854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3317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para la gestión inteligente de tutorías académicas entre estudiantes.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2834640" y="3429000"/>
            <a:ext cx="347472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2834640" y="34290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Ramos</a:t>
            </a:r>
            <a:endParaRPr lang="en-US" sz="2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 Gonzales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Contextualización del Sistema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4114800" cy="14630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Principal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la gestión de tutorías académicas conectando estudiantes y estudiantes-tutores para búsca, solicitud y seguimiento.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108960"/>
            <a:ext cx="4114800" cy="14630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661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60020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activa de </a:t>
            </a:r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Estudiante-Tutor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coordinar perfiles, materias y disponibilidad horaria.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0" y="1371600"/>
            <a:ext cx="3657600" cy="3200400"/>
          </a:xfrm>
          <a:prstGeom prst="roundRect">
            <a:avLst>
              <a:gd name="adj" fmla="val 4571"/>
            </a:avLst>
          </a:prstGeom>
          <a:solidFill>
            <a:srgbClr val="EFF8FF"/>
          </a:solidFill>
          <a:ln w="12700">
            <a:solidFill>
              <a:srgbClr val="EFF8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303520" y="1691640"/>
            <a:ext cx="640080" cy="64008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540" y="18516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0352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 y Control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303520" y="2971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integra solicitudes, propuestas de horarios, confirmaciones, notificaciones, recordatorios, historiales y registro de reseñas en una sola interfaz organizada.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Actual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578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783080"/>
            <a:ext cx="685800" cy="685800"/>
          </a:xfrm>
          <a:prstGeom prst="ellipse">
            <a:avLst/>
          </a:prstGeom>
          <a:solidFill>
            <a:srgbClr val="A11B1B"/>
          </a:solidFill>
          <a:ln w="12700">
            <a:solidFill>
              <a:srgbClr val="A11B1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545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1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Dispersa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00100" y="3337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encontrar apoyo específico según materia, tema y dificultad exacta.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1470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FEFAE6"/>
          </a:solidFill>
          <a:ln w="12700">
            <a:solidFill>
              <a:srgbClr val="FEFAE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89020" y="1783080"/>
            <a:ext cx="685800" cy="6858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470" y="19545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8902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Incierta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3589020" y="3337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perfiles, experiencia y coordinar horarios compatibles requiere múltiples canales.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0362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EEFBF1"/>
          </a:solidFill>
          <a:ln w="12700">
            <a:solidFill>
              <a:srgbClr val="EEFBF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77940" y="1783080"/>
            <a:ext cx="685800" cy="6858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19545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77940" y="2651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Manual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6377940" y="33375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mecanismos automatizados para aceptar solicitudes, recordar sesiones y dar soporte.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Empatizar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Solicitantes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apoyo oportuno en materias complejas.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de tutores calificados y confiables.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clara de horarios disponibles.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074920" y="1783080"/>
            <a:ext cx="640080" cy="64008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9431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5216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Estudiantes-Tutores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120640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en la gestión de sus solicitudes de tutoría.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flexible de su disponibilidad académica.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al historial y reseñas de sus sesiones.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Definir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874520"/>
            <a:ext cx="749808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377440"/>
            <a:ext cx="502920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926080" y="167335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2926080" y="1673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 IDENTIFICADO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2331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centralizar y organizar eficientemente la interacción, programación y seguimiento entre estudiantes y estudiantes-tutores para garantizar un acompañamiento académico exitoso?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Idear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578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783080"/>
            <a:ext cx="685800" cy="68580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545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avanzados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00100" y="3154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por materia, tema o dificultad especifica para el acompañamiento.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1470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89020" y="1783080"/>
            <a:ext cx="685800" cy="68580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470" y="19545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8902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horarios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3589020" y="3154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aceptacion para tutores y procesos automatizados para los estudiantes.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03620" y="1463040"/>
            <a:ext cx="2514600" cy="301752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77940" y="1783080"/>
            <a:ext cx="685800" cy="68580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19545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7794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reseñas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6377940" y="3154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continuo de las tutorias, notificaciones y valoracion a cada tutor anonimo.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 con Trello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417320"/>
            <a:ext cx="7498080" cy="3291840"/>
          </a:xfrm>
          <a:prstGeom prst="roundRect">
            <a:avLst>
              <a:gd name="adj" fmla="val 4444"/>
            </a:avLst>
          </a:prstGeom>
          <a:solidFill>
            <a:srgbClr val="FFE1E1"/>
          </a:solidFill>
          <a:ln w="12700">
            <a:solidFill>
              <a:srgbClr val="FFE1E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8973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Kanban en Trello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Organización, asignación y seguimiento de actividades del desarrollo web de NEXO.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1188720" y="3611880"/>
            <a:ext cx="676656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188720" y="36118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0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al Tablero: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u="sng" dirty="0">
                <a:solidFill>
                  <a:srgbClr val="9B0F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https://trello.com/invite/b/6a9dc26989dc1db011704ad3/ATTI2dc763f747da95dbb311355c067fdad8AB3D9CC5/kanban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de Baja Fidelidad (Bocetos)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31168" y="1280160"/>
            <a:ext cx="5481665" cy="3602736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1" descr="/home/claude/work/sketch-0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896" y="1389888"/>
            <a:ext cx="5262209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de Alta Fidelidad en Figma</a:t>
            </a:r>
            <a:endParaRPr lang="en-US" sz="340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47472"/>
            <a:ext cx="777240" cy="6228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737360"/>
            <a:ext cx="8046720" cy="2377440"/>
          </a:xfrm>
          <a:prstGeom prst="roundRect">
            <a:avLst>
              <a:gd name="adj" fmla="val 6154"/>
            </a:avLst>
          </a:prstGeom>
          <a:solidFill>
            <a:srgbClr val="FFE1E1"/>
          </a:solidFill>
          <a:ln w="12700">
            <a:solidFill>
              <a:srgbClr val="FFE1E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5840" y="2377440"/>
            <a:ext cx="1097280" cy="1097280"/>
          </a:xfrm>
          <a:prstGeom prst="ellipse">
            <a:avLst/>
          </a:prstGeom>
          <a:solidFill>
            <a:srgbClr val="7B2D2D"/>
          </a:solidFill>
          <a:ln w="12700">
            <a:solidFill>
              <a:srgbClr val="7B2D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51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6888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Interfaces UI/UX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2468880" y="2788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visual detallada para los diferentes módulos de usuarios: Login general, Home de Estudiante, Home de Estudiante-Tutor y Panel de Administrador en Figma.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640080"/>
            <a:ext cx="1737360" cy="13923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103120" y="3657600"/>
            <a:ext cx="49377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210312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NEXO • Plataforma de Tutorías Académicas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 - Plataforma de Tutorías Académicas</dc:title>
  <dc:subject>PptxGenJS Presentation</dc:subject>
  <dc:creator>Cristian Ramos, Paula Gonzales</dc:creator>
  <cp:lastModifiedBy>Cristian Ramos, Paula Gonzales</cp:lastModifiedBy>
  <cp:revision>1</cp:revision>
  <dcterms:created xsi:type="dcterms:W3CDTF">2026-09-21T13:03:41Z</dcterms:created>
  <dcterms:modified xsi:type="dcterms:W3CDTF">2026-09-21T13:03:41Z</dcterms:modified>
</cp:coreProperties>
</file>